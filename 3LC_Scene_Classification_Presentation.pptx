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DATA-CENTRIC AI SCENE CLASSIFICATION</a:t>
            </a:r>
          </a:p>
          <a:p>
            <a:pPr>
              <a:spcBef>
                <a:spcPts val="1200"/>
              </a:spcBef>
              <a:defRPr sz="2000">
                <a:solidFill>
                  <a:srgbClr val="0EA5E9"/>
                </a:solidFill>
                <a:latin typeface="Arial"/>
              </a:defRPr>
            </a:pPr>
            <a:r>
              <a:t>3LC × HackBlox 2026 Challenge | High-Accuracy Active Learning under Strict Budget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Team: GenWin | Platform: 3LC AI + PyTorch + NVIDIA CUDA | Final Leaderboard: 0.83111 (Top 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 Challenge Rules &amp; Problem Formulation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Strict competition constraints enforced for true Data-Centric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0EA5E9"/>
                </a:solidFill>
                <a:latin typeface="Arial"/>
              </a:defRPr>
            </a:pPr>
            <a:r>
              <a:t>Fixed Model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ResNet-18 (Residual Network 18 layers) locked by rules.</a:t>
            </a:r>
            <a:br/>
            <a:r>
              <a:t>No ViTs, no EfficientNets, no parameter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0EA5E9"/>
                </a:solidFill>
                <a:latin typeface="Arial"/>
              </a:defRPr>
            </a:pPr>
            <a:r>
              <a:t>Strictly Trained From Scratch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ZERO Pretrained Weights allowed (weights=None).</a:t>
            </a:r>
            <a:br/>
            <a:r>
              <a:t>Model starts with pure random noise and learns exclusively from provided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0EA5E9"/>
                </a:solidFill>
                <a:latin typeface="Arial"/>
              </a:defRPr>
            </a:pPr>
            <a:r>
              <a:t>Hard Labeling Budget Cap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Max 3,000 active rows with weight=1 in final 3LC train table.</a:t>
            </a:r>
            <a:br/>
            <a:r>
              <a:t>600 seed samples count against this cap. Verified via 3LC table lineage.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0EA5E9"/>
                </a:solidFill>
                <a:latin typeface="Arial"/>
              </a:defRPr>
            </a:pPr>
            <a:r>
              <a:t>6-Class Natural Scenes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Class 0: Buildings | Class 1: Forest | Class 2: Glacier</a:t>
            </a:r>
            <a:br/>
            <a:r>
              <a:t>Class 3: Mountain | Class 4: Sea | Class 5: Street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2. Latent Space Auditing with 3LC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Diagnosing the Bayes Error Triangle via 3D UMAP Feature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The Baseline Cold Start (600 Seeds)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100 seed images per class evaluated on validation set.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Baseline Score: 70.33% val / 0.68666 Kaggle test accuracy.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3LC Embeddings Inspection (UMAP):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Forest &amp; Buildings formed dense, separable clusters.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Glacier, Mountain, and Sea suffered massive entanglement.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Root Cause: Shared features like snow, rocky ridges, horizon lines, and reflective blue 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The 3-Way Confusion Audit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Confusion Matrix Breakdown on Cold Start: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Glacier: 37 images confused as Mountain, 11 as Sea.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Mountain: 23 images confused as Glacier, 28 as Sea.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Sea: 24 images confused as Glacier, 18 as Mountain.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Data-Centric Strategy: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Uniform random sampling is futile on entangled manifolds.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We must actively bias labeling budget toward borderlines.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3. Multi-Stage Active Learning Pipeline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Step-by-step progression from 68.6% baseline to 83.1%+ leaderboard 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Iteration 0 (Cold Start)   |   Active Budget: 600 Seeds (100/class)   |   Val Acc: 70.33%   |   Test Score: 0.68666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Initial model with random weights establishing basic convolutions.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Iteration 1 (Anchoring)   |   Active Budget: 2,700 Active Samples   |   Val Acc: 73.08%   |   Test Score: 0.74500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Top 350 high-confidence anchor samples per class from 6k pool.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Iteration 2 (Consensus)   |   Active Budget: 2,880 Active Samples   |   Val Acc: 76.67%   |   Test Score: 0.78500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Dual-view consensus scoring (original + flip) eliminates single-view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Iteration 3 (Margin Quota)   |   Active Budget: 2,960 Active Samples   |   Val Acc: 82.17%   |   Test Score: 0.83111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Boundary Margin Mining (P1 - P2) + Asymmetric Quotas for hard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4. Boundary Margin Mining &amp; Asymmetric Quotas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Mathematical formulation of our selective active learning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Mathematical Formulation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1. Probability Margin Formulation: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   Margin(x) = P(top_class) - P(runner_up)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Low margin indicates informative boundary samples near the decision boundary.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2. Dual-View Consensus Filtering: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   P_avg(x) = 0.5 * [ P(x) + P(flip(x)) ]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Eliminates single-view orientation artifacts.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3. Strict Budget Adherence: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   Total Selected = 2,960 rows &lt;= 3,000 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Asymmetric Class Quotas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Instead of naive 1/6 uniform quotas, we reallocated capacity to the confused classes: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Glacier: 440 samples (Overweighted)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Mountain: 440 samples (Overweighted)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Sea: 440 samples (Overweighted)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Buildings: 360 samples (Sufficiently separable)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Street: 360 samples (Sufficiently separable)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Forest: 320 samples (Easiest manifold)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Total Active Rows: 2,960 / 3,000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5. GPU Training &amp; Architecture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Maximizing ResNet-18 capacity from scratch within competition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Native 224px Resolution Scaling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Upgraded from 150px starter kit to 224px matching ResNet-18 native receptive field. Prevents early texture compression.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Batch Normalization Classifier Head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Integrated BatchNorm1d between global average pooling and linear classifier (512 -&gt; 256 -&gt; 6). Stabilizes gradients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Mixup Regularization (alpha = 0.3)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Blends image pairs and labels during training. Prevents overconfident hyperplanes on overlapping classes like glacier/sea.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SGD + Cosine Annealing (T_max = 80)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Replaced spiky OneCycleLR with smooth Cosine Annealing decay down to 1e-4. Eliminates mid-training validation drops.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6. Multi-Scale Test-Time Augmentation (TTA)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Inference-time consensus engine that boosted test score from 0.821 to 0.831+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14 Multi-Scale Perspectives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Instead of a single center-crop, each test image is evaluated from 14 perspectives: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1. Scale 1 (256px): FiveCrop (Center, 4 Corners) + 5 Flips = 10 views.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2. Scale 2 (Wide 224px): Full-frame uncropped view + Flip = 2 views (preserves full horizon).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3. Scale 3 (Zoom 288px): Center-cropped close-up + Flip = 2 views (captures rock/wave texture).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Result: 14 views evaluated and averaged per test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Bayesian Prior Calibration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Discovered Test Class Skew: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Initial predictions over-predicted Sea (346) and starved Glacier (258).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Test set is known to be balanced (300/class).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Soft Square-Root Prior Rebalancing: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   P_calib(x) = P(x) / sqrt(P_empirical)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Flipped ~30 borderline Sea misclassifications back to Glacier and Mountain.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Directly pushed test score to 0.83111 on Kaggle.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7. Project Verification &amp; Final Summary</a:t>
            </a:r>
          </a:p>
          <a:p>
            <a:pPr>
              <a:spcBef>
                <a:spcPts val="400"/>
              </a:spcBef>
              <a:defRPr sz="1400">
                <a:solidFill>
                  <a:srgbClr val="0EA5E9"/>
                </a:solidFill>
                <a:latin typeface="Arial"/>
              </a:defRPr>
            </a:pPr>
            <a:r>
              <a:t>Full compliance with competition requirements and offline evaluation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Rule Compliance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Model: Strictly ResNet-18 (no other architecture).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Weights: Trained from scratch (weights=None).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Data: Strictly provided train/val data.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Budget: 2,960 active rows &lt;= 3,000 limit.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Submission: Aligned to sample_submission.csv (1800 rows).</a:t>
            </a:r>
          </a:p>
          <a:p>
            <a:pPr>
              <a:spcBef>
                <a:spcPts val="800"/>
              </a:spcBef>
              <a:defRPr sz="1300">
                <a:solidFill>
                  <a:srgbClr val="22C55E"/>
                </a:solidFill>
              </a:defRPr>
            </a:pPr>
            <a:r>
              <a:t>[x] Judge Collaborator: Added Rishikesh-Jadhav.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Final Deliverables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1. Complete GitHub Repository: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Clean code, WRITEUP.md, and aesthetic README.md.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2. 3LC Lineage Archive: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Intel-Scene-3LC-Project.zip (all revisions &amp; 3D UMAP runs).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3. Kaggle Submissions: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Final winning submission selected for private evaluation.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4. Google Evaluation Form: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Completed before the 10:00 AM IST deadline.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